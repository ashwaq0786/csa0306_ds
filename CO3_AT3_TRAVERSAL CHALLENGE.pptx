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088CDA-D4AF-E79F-8D9B-51EE32B846D8}"/>
              </a:ext>
            </a:extLst>
          </p:cNvPr>
          <p:cNvSpPr txBox="1"/>
          <p:nvPr/>
        </p:nvSpPr>
        <p:spPr>
          <a:xfrm>
            <a:off x="347472" y="2212848"/>
            <a:ext cx="11576304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latin typeface="Times New Roman"/>
              </a:rPr>
              <a:t>CO3 – AT3</a:t>
            </a:r>
          </a:p>
          <a:p>
            <a:pPr algn="ctr">
              <a:lnSpc>
                <a:spcPct val="150000"/>
              </a:lnSpc>
            </a:pPr>
            <a:r>
              <a:rPr lang="en-IN" sz="4000" b="1" dirty="0">
                <a:latin typeface="Times New Roman"/>
              </a:rPr>
              <a:t>TREE TRAVERSAL CHALLENGE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latin typeface="Times New Roman"/>
              </a:rPr>
              <a:t>Preorder • </a:t>
            </a:r>
            <a:r>
              <a:rPr lang="en-IN" dirty="0" err="1">
                <a:latin typeface="Times New Roman"/>
              </a:rPr>
              <a:t>Inorder</a:t>
            </a:r>
            <a:r>
              <a:rPr lang="en-IN" dirty="0">
                <a:latin typeface="Times New Roman"/>
              </a:rPr>
              <a:t> • </a:t>
            </a:r>
            <a:r>
              <a:rPr lang="en-IN" dirty="0" err="1">
                <a:latin typeface="Times New Roman"/>
              </a:rPr>
              <a:t>Postorder</a:t>
            </a:r>
            <a:r>
              <a:rPr lang="en-IN" dirty="0">
                <a:latin typeface="Times New Roman"/>
              </a:rPr>
              <a:t> • Level-order</a:t>
            </a:r>
          </a:p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2A1E8B-3452-44F0-457B-CFCE9F8959BA}"/>
              </a:ext>
            </a:extLst>
          </p:cNvPr>
          <p:cNvSpPr txBox="1"/>
          <p:nvPr/>
        </p:nvSpPr>
        <p:spPr>
          <a:xfrm>
            <a:off x="9098280" y="5353258"/>
            <a:ext cx="3529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Done By :</a:t>
            </a:r>
          </a:p>
          <a:p>
            <a:r>
              <a:rPr lang="en-IN" sz="2400" b="1" dirty="0"/>
              <a:t>Sk. Ashwaq Ahamed</a:t>
            </a:r>
          </a:p>
        </p:txBody>
      </p:sp>
    </p:spTree>
    <p:extLst>
      <p:ext uri="{BB962C8B-B14F-4D97-AF65-F5344CB8AC3E}">
        <p14:creationId xmlns:p14="http://schemas.microsoft.com/office/powerpoint/2010/main" val="1863799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1. Introduction to Tree Traversal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Tree traversal is the process of visiting every node of a tree in a specific order.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Depth-first traversals: Preorder, Inorder and Postorder.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Breadth-first traversal: Level-order.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The same tree can produce different sequences depending on the traversal method.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Goal: identify the correct traversal sequence from a given tree.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2. Traversal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Preorder: Root → Left → Right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Inorder: Left → Root → Right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Postorder: Left → Right → Root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Level-order: Visit nodes level by level from top to bottom, left to right.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Use these rules to solve each challenge.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3. Challenge 1 – Inorder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Find the Inorder traversal of the tree.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5413248" y="170992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19088" y="170992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86460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1324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87628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2492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217920" y="150876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50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27432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30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27432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70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20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40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60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82880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Question:</a:t>
            </a:r>
            <a:br/>
            <a:r>
              <a:rPr>
                <a:latin typeface="Times New Roman"/>
              </a:rPr>
              <a:t>Write the node sequence using:</a:t>
            </a:r>
            <a:br/>
            <a:r>
              <a:rPr>
                <a:latin typeface="Times New Roman"/>
              </a:rPr>
              <a:t>Left → Root → Right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4. Challenge 2 – Preorder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Find the Preorder traversal of the same tree.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5413248" y="170992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19088" y="170992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86460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1324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87628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2492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217920" y="150876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50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27432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30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27432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70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20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40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60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82880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Question:</a:t>
            </a:r>
            <a:br/>
            <a:r>
              <a:rPr>
                <a:latin typeface="Times New Roman"/>
              </a:rPr>
              <a:t>Write the node sequence using:</a:t>
            </a:r>
            <a:br/>
            <a:r>
              <a:rPr>
                <a:latin typeface="Times New Roman"/>
              </a:rPr>
              <a:t>Root → Left → Right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5. Challenge 3 – Postorder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Find the Postorder traversal of the same tree.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5413248" y="170992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19088" y="170992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86460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1324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87628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2492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217920" y="150876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50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27432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30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27432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70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20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40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60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82880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Question:</a:t>
            </a:r>
            <a:br/>
            <a:r>
              <a:rPr>
                <a:latin typeface="Times New Roman"/>
              </a:rPr>
              <a:t>Write the node sequence using:</a:t>
            </a:r>
            <a:br/>
            <a:r>
              <a:rPr>
                <a:latin typeface="Times New Roman"/>
              </a:rPr>
              <a:t>Left → Right → Root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6. Challenge 4 – Level-order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Find the Level-order traversal of the same tree.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5413248" y="170992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19088" y="170992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86460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1324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87628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24928" y="294436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217920" y="150876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50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27432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30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27432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70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20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40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60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82880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Question:</a:t>
            </a:r>
            <a:br/>
            <a:r>
              <a:rPr>
                <a:latin typeface="Times New Roman"/>
              </a:rPr>
              <a:t>Visit each level from top to bottom,</a:t>
            </a:r>
            <a:br/>
            <a:r>
              <a:rPr>
                <a:latin typeface="Times New Roman"/>
              </a:rPr>
              <a:t>left to right.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7. Challenge 5 – Medium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Find the Inorder traversal.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5224881" y="1334109"/>
            <a:ext cx="95554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80429" y="1334109"/>
            <a:ext cx="95554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703673" y="2506827"/>
            <a:ext cx="52120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614769" y="2506827"/>
            <a:ext cx="52120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35977" y="2506827"/>
            <a:ext cx="52120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03673" y="3679545"/>
            <a:ext cx="390906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353147" y="3679545"/>
            <a:ext cx="30403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989320" y="1143000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40</a:t>
            </a:r>
          </a:p>
        </p:txBody>
      </p:sp>
      <p:sp>
        <p:nvSpPr>
          <p:cNvPr id="12" name="Oval 11"/>
          <p:cNvSpPr/>
          <p:nvPr/>
        </p:nvSpPr>
        <p:spPr>
          <a:xfrm>
            <a:off x="5033772" y="2315718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20</a:t>
            </a:r>
          </a:p>
        </p:txBody>
      </p:sp>
      <p:sp>
        <p:nvSpPr>
          <p:cNvPr id="13" name="Oval 12"/>
          <p:cNvSpPr/>
          <p:nvPr/>
        </p:nvSpPr>
        <p:spPr>
          <a:xfrm>
            <a:off x="6944868" y="2315718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60</a:t>
            </a:r>
          </a:p>
        </p:txBody>
      </p:sp>
      <p:sp>
        <p:nvSpPr>
          <p:cNvPr id="14" name="Oval 13"/>
          <p:cNvSpPr/>
          <p:nvPr/>
        </p:nvSpPr>
        <p:spPr>
          <a:xfrm>
            <a:off x="4512564" y="3488436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10</a:t>
            </a:r>
          </a:p>
        </p:txBody>
      </p:sp>
      <p:sp>
        <p:nvSpPr>
          <p:cNvPr id="15" name="Oval 14"/>
          <p:cNvSpPr/>
          <p:nvPr/>
        </p:nvSpPr>
        <p:spPr>
          <a:xfrm>
            <a:off x="6423660" y="3488436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50</a:t>
            </a:r>
          </a:p>
        </p:txBody>
      </p:sp>
      <p:sp>
        <p:nvSpPr>
          <p:cNvPr id="16" name="Oval 15"/>
          <p:cNvSpPr/>
          <p:nvPr/>
        </p:nvSpPr>
        <p:spPr>
          <a:xfrm>
            <a:off x="7466076" y="3488436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80</a:t>
            </a:r>
          </a:p>
        </p:txBody>
      </p:sp>
      <p:sp>
        <p:nvSpPr>
          <p:cNvPr id="17" name="Oval 16"/>
          <p:cNvSpPr/>
          <p:nvPr/>
        </p:nvSpPr>
        <p:spPr>
          <a:xfrm>
            <a:off x="4903470" y="4661154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15</a:t>
            </a:r>
          </a:p>
        </p:txBody>
      </p:sp>
      <p:sp>
        <p:nvSpPr>
          <p:cNvPr id="18" name="Oval 17"/>
          <p:cNvSpPr/>
          <p:nvPr/>
        </p:nvSpPr>
        <p:spPr>
          <a:xfrm>
            <a:off x="7162038" y="4661154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Answer on next slide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8. Challenge 6 – Medium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Find the Preorder traversal.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5224881" y="1334109"/>
            <a:ext cx="95554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80429" y="1334109"/>
            <a:ext cx="95554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703673" y="2506827"/>
            <a:ext cx="52120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614769" y="2506827"/>
            <a:ext cx="52120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35977" y="2506827"/>
            <a:ext cx="52120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03673" y="3679545"/>
            <a:ext cx="390906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353147" y="3679545"/>
            <a:ext cx="30403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989320" y="1143000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40</a:t>
            </a:r>
          </a:p>
        </p:txBody>
      </p:sp>
      <p:sp>
        <p:nvSpPr>
          <p:cNvPr id="12" name="Oval 11"/>
          <p:cNvSpPr/>
          <p:nvPr/>
        </p:nvSpPr>
        <p:spPr>
          <a:xfrm>
            <a:off x="5033772" y="2315718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20</a:t>
            </a:r>
          </a:p>
        </p:txBody>
      </p:sp>
      <p:sp>
        <p:nvSpPr>
          <p:cNvPr id="13" name="Oval 12"/>
          <p:cNvSpPr/>
          <p:nvPr/>
        </p:nvSpPr>
        <p:spPr>
          <a:xfrm>
            <a:off x="6944868" y="2315718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60</a:t>
            </a:r>
          </a:p>
        </p:txBody>
      </p:sp>
      <p:sp>
        <p:nvSpPr>
          <p:cNvPr id="14" name="Oval 13"/>
          <p:cNvSpPr/>
          <p:nvPr/>
        </p:nvSpPr>
        <p:spPr>
          <a:xfrm>
            <a:off x="4512564" y="3488436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10</a:t>
            </a:r>
          </a:p>
        </p:txBody>
      </p:sp>
      <p:sp>
        <p:nvSpPr>
          <p:cNvPr id="15" name="Oval 14"/>
          <p:cNvSpPr/>
          <p:nvPr/>
        </p:nvSpPr>
        <p:spPr>
          <a:xfrm>
            <a:off x="6423660" y="3488436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50</a:t>
            </a:r>
          </a:p>
        </p:txBody>
      </p:sp>
      <p:sp>
        <p:nvSpPr>
          <p:cNvPr id="16" name="Oval 15"/>
          <p:cNvSpPr/>
          <p:nvPr/>
        </p:nvSpPr>
        <p:spPr>
          <a:xfrm>
            <a:off x="7466076" y="3488436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80</a:t>
            </a:r>
          </a:p>
        </p:txBody>
      </p:sp>
      <p:sp>
        <p:nvSpPr>
          <p:cNvPr id="17" name="Oval 16"/>
          <p:cNvSpPr/>
          <p:nvPr/>
        </p:nvSpPr>
        <p:spPr>
          <a:xfrm>
            <a:off x="4903470" y="4661154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15</a:t>
            </a:r>
          </a:p>
        </p:txBody>
      </p:sp>
      <p:sp>
        <p:nvSpPr>
          <p:cNvPr id="18" name="Oval 17"/>
          <p:cNvSpPr/>
          <p:nvPr/>
        </p:nvSpPr>
        <p:spPr>
          <a:xfrm>
            <a:off x="7162038" y="4661154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Use Root → Left → Right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9. Challenge 7 – Medium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Find the Postorder traversal.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5224881" y="1334109"/>
            <a:ext cx="95554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80429" y="1334109"/>
            <a:ext cx="95554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703673" y="2506827"/>
            <a:ext cx="52120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614769" y="2506827"/>
            <a:ext cx="52120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35977" y="2506827"/>
            <a:ext cx="52120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03673" y="3679545"/>
            <a:ext cx="390906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353147" y="3679545"/>
            <a:ext cx="304038" cy="1172718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989320" y="1143000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40</a:t>
            </a:r>
          </a:p>
        </p:txBody>
      </p:sp>
      <p:sp>
        <p:nvSpPr>
          <p:cNvPr id="12" name="Oval 11"/>
          <p:cNvSpPr/>
          <p:nvPr/>
        </p:nvSpPr>
        <p:spPr>
          <a:xfrm>
            <a:off x="5033772" y="2315718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20</a:t>
            </a:r>
          </a:p>
        </p:txBody>
      </p:sp>
      <p:sp>
        <p:nvSpPr>
          <p:cNvPr id="13" name="Oval 12"/>
          <p:cNvSpPr/>
          <p:nvPr/>
        </p:nvSpPr>
        <p:spPr>
          <a:xfrm>
            <a:off x="6944868" y="2315718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60</a:t>
            </a:r>
          </a:p>
        </p:txBody>
      </p:sp>
      <p:sp>
        <p:nvSpPr>
          <p:cNvPr id="14" name="Oval 13"/>
          <p:cNvSpPr/>
          <p:nvPr/>
        </p:nvSpPr>
        <p:spPr>
          <a:xfrm>
            <a:off x="4512564" y="3488436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10</a:t>
            </a:r>
          </a:p>
        </p:txBody>
      </p:sp>
      <p:sp>
        <p:nvSpPr>
          <p:cNvPr id="15" name="Oval 14"/>
          <p:cNvSpPr/>
          <p:nvPr/>
        </p:nvSpPr>
        <p:spPr>
          <a:xfrm>
            <a:off x="6423660" y="3488436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50</a:t>
            </a:r>
          </a:p>
        </p:txBody>
      </p:sp>
      <p:sp>
        <p:nvSpPr>
          <p:cNvPr id="16" name="Oval 15"/>
          <p:cNvSpPr/>
          <p:nvPr/>
        </p:nvSpPr>
        <p:spPr>
          <a:xfrm>
            <a:off x="7466076" y="3488436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80</a:t>
            </a:r>
          </a:p>
        </p:txBody>
      </p:sp>
      <p:sp>
        <p:nvSpPr>
          <p:cNvPr id="17" name="Oval 16"/>
          <p:cNvSpPr/>
          <p:nvPr/>
        </p:nvSpPr>
        <p:spPr>
          <a:xfrm>
            <a:off x="4903470" y="4661154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15</a:t>
            </a:r>
          </a:p>
        </p:txBody>
      </p:sp>
      <p:sp>
        <p:nvSpPr>
          <p:cNvPr id="18" name="Oval 17"/>
          <p:cNvSpPr/>
          <p:nvPr/>
        </p:nvSpPr>
        <p:spPr>
          <a:xfrm>
            <a:off x="7162038" y="4661154"/>
            <a:ext cx="390906" cy="390906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5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Use Left → Right → Root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10. Challenge 8 – Difficult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Find ALL FOUR traversals of the tree.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5000304" y="1079357"/>
            <a:ext cx="824789" cy="1012241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25093" y="1079357"/>
            <a:ext cx="824789" cy="1012241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550420" y="2091598"/>
            <a:ext cx="449884" cy="1012241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00304" y="2091598"/>
            <a:ext cx="449885" cy="1012241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199997" y="2091598"/>
            <a:ext cx="449885" cy="1012241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649882" y="2091598"/>
            <a:ext cx="449885" cy="1012241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5112776" y="3103839"/>
            <a:ext cx="337413" cy="1012241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50189" y="3103839"/>
            <a:ext cx="337414" cy="1012241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99997" y="3103839"/>
            <a:ext cx="299923" cy="1012241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660136" y="914400"/>
            <a:ext cx="337413" cy="337413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66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55</a:t>
            </a:r>
          </a:p>
        </p:txBody>
      </p:sp>
      <p:sp>
        <p:nvSpPr>
          <p:cNvPr id="14" name="Oval 13"/>
          <p:cNvSpPr/>
          <p:nvPr/>
        </p:nvSpPr>
        <p:spPr>
          <a:xfrm>
            <a:off x="4835347" y="1926640"/>
            <a:ext cx="337413" cy="337413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66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30</a:t>
            </a:r>
          </a:p>
        </p:txBody>
      </p:sp>
      <p:sp>
        <p:nvSpPr>
          <p:cNvPr id="15" name="Oval 14"/>
          <p:cNvSpPr/>
          <p:nvPr/>
        </p:nvSpPr>
        <p:spPr>
          <a:xfrm>
            <a:off x="6484924" y="1926640"/>
            <a:ext cx="337413" cy="337413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66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75</a:t>
            </a:r>
          </a:p>
        </p:txBody>
      </p:sp>
      <p:sp>
        <p:nvSpPr>
          <p:cNvPr id="16" name="Oval 15"/>
          <p:cNvSpPr/>
          <p:nvPr/>
        </p:nvSpPr>
        <p:spPr>
          <a:xfrm>
            <a:off x="4385462" y="2938881"/>
            <a:ext cx="337413" cy="337413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66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20</a:t>
            </a:r>
          </a:p>
        </p:txBody>
      </p:sp>
      <p:sp>
        <p:nvSpPr>
          <p:cNvPr id="17" name="Oval 16"/>
          <p:cNvSpPr/>
          <p:nvPr/>
        </p:nvSpPr>
        <p:spPr>
          <a:xfrm>
            <a:off x="5285231" y="2938881"/>
            <a:ext cx="337413" cy="337413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66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45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0" y="2938881"/>
            <a:ext cx="337413" cy="337413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66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65</a:t>
            </a:r>
          </a:p>
        </p:txBody>
      </p:sp>
      <p:sp>
        <p:nvSpPr>
          <p:cNvPr id="19" name="Oval 18"/>
          <p:cNvSpPr/>
          <p:nvPr/>
        </p:nvSpPr>
        <p:spPr>
          <a:xfrm>
            <a:off x="6934809" y="2938881"/>
            <a:ext cx="337413" cy="337413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66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90</a:t>
            </a:r>
          </a:p>
        </p:txBody>
      </p:sp>
      <p:sp>
        <p:nvSpPr>
          <p:cNvPr id="20" name="Oval 19"/>
          <p:cNvSpPr/>
          <p:nvPr/>
        </p:nvSpPr>
        <p:spPr>
          <a:xfrm>
            <a:off x="4947818" y="3951122"/>
            <a:ext cx="337413" cy="337413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66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40</a:t>
            </a:r>
          </a:p>
        </p:txBody>
      </p:sp>
      <p:sp>
        <p:nvSpPr>
          <p:cNvPr id="21" name="Oval 20"/>
          <p:cNvSpPr/>
          <p:nvPr/>
        </p:nvSpPr>
        <p:spPr>
          <a:xfrm>
            <a:off x="5622645" y="3951122"/>
            <a:ext cx="337413" cy="337413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66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50</a:t>
            </a:r>
          </a:p>
        </p:txBody>
      </p:sp>
      <p:sp>
        <p:nvSpPr>
          <p:cNvPr id="22" name="Oval 21"/>
          <p:cNvSpPr/>
          <p:nvPr/>
        </p:nvSpPr>
        <p:spPr>
          <a:xfrm>
            <a:off x="6334963" y="3951122"/>
            <a:ext cx="337413" cy="337413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66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1. Preorder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2. Inorder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3. Postorder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4. Level-order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11. Answers – Challenges 1 to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Challenge 1 – Inorder: 20 → 30 → 40 → 50 → 60 → 70 → 80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Challenge 2 – Preorder: 50 → 30 → 20 → 40 → 70 → 60 → 80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Challenge 3 – Postorder: 20 → 40 → 30 → 60 → 80 → 70 → 50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Challenge 4 – Level-order: 50 → 30 → 70 → 20 → 40 → 60 → 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12. Answers – Challenges 5 to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Challenge 5 – Inorder: 10 → 15 → 20 → 40 → 50 → 60 → 70 → 80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Challenge 6 – Preorder: 40 → 20 → 10 → 15 → 60 → 50 → 80 → 70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Challenge 7 – Postorder: 15 → 10 → 20 → 50 → 70 → 80 → 60 →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13. Answer – Challenge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Preorder: 55 → 30 → 20 → 45 → 40 → 50 → 75 → 65 → 70 → 90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Inorder: 20 → 30 → 40 → 45 → 50 → 55 → 65 → 70 → 75 → 90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Postorder: 20 → 40 → 50 → 45 → 30 → 70 → 65 → 90 → 75 → 55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Level-order: 55 → 30 → 75 → 20 → 45 → 65 → 90 → 40 → 50 → 70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14. Verification Using a Tree Visualization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621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>
                <a:latin typeface="Times New Roman"/>
              </a:rPr>
              <a:t>Use a tree visualization tool to enter the same node structure.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>
                <a:latin typeface="Times New Roman"/>
              </a:rPr>
              <a:t>Run each traversal and compare the generated sequence with the answers.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>
                <a:latin typeface="Times New Roman"/>
              </a:rPr>
              <a:t>Capture screenshots of the tree and traversal output as evidence.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>
                <a:latin typeface="Times New Roman"/>
              </a:rPr>
              <a:t>Recommended evidence: one screenshot for the easy tree, one for the medium tree, and one for the difficult tree.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A31F04-9037-B304-E4ED-D5633B0C2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7" y="2722955"/>
            <a:ext cx="8811577" cy="23519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358C1E-9399-8008-BCB4-EEDC6D753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647" y="5074920"/>
            <a:ext cx="8811577" cy="8394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922AFF-26CB-8548-36FA-0574554B3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646" y="5914414"/>
            <a:ext cx="8811577" cy="9392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15.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Tree traversal determines the order in which nodes are visited.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Preorder, Inorder, Postorder and Level-order follow different rules.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The challenges provide practice in identifying traversal sequences.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Visualization tools can be used to verify the answers.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Tree traversal is an important foundation for understanding data structures and algorithms.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753</Words>
  <Application>Microsoft Office PowerPoint</Application>
  <PresentationFormat>Widescreen</PresentationFormat>
  <Paragraphs>131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SK Ashwaq Ahamed</dc:creator>
  <cp:keywords/>
  <dc:description>generated using python-pptx</dc:description>
  <cp:lastModifiedBy>SK Ashwaq Ahamed</cp:lastModifiedBy>
  <cp:revision>3</cp:revision>
  <dcterms:created xsi:type="dcterms:W3CDTF">2013-01-27T09:14:16Z</dcterms:created>
  <dcterms:modified xsi:type="dcterms:W3CDTF">2026-08-09T17:03:11Z</dcterms:modified>
  <cp:category/>
</cp:coreProperties>
</file>